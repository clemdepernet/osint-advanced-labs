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720" y="548640"/>
            <a:ext cx="838200" cy="838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6B7280"/>
                </a:solidFill>
                <a:latin typeface="Arial"/>
              </a:rPr>
              <a:t>FORENSICS &amp; OSINT ADVANCED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04672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3600" b="1" i="0">
                <a:solidFill>
                  <a:srgbClr val="1F2937"/>
                </a:solidFill>
                <a:latin typeface="Arial"/>
              </a:rPr>
              <a:t>Day 3 — Dark web, crypto tracing &amp; the final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8046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800" b="0" i="1">
                <a:solidFill>
                  <a:srgbClr val="1E40AF"/>
                </a:solidFill>
                <a:latin typeface="Arial"/>
              </a:rPr>
              <a:t>Hidden services · Sensitive groups · On-chain tracing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9728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8046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0" i="0">
                <a:solidFill>
                  <a:srgbClr val="6B7280"/>
                </a:solidFill>
                <a:latin typeface="Arial"/>
              </a:rPr>
              <a:t>Morning: in-depth theory  —  Afternoon: hands-on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86300"/>
            <a:ext cx="8046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Learning objectives — Day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By the end of this day, participants will be able to: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Distinguish surface, deep and dark web, and understand onion routing.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Navigate the dark web safely and read-only, and spot configuration leaks.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Trace an address across two independent block explorers.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Recognise the chokepoints where pseudonymity breaks.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Research a sensitive group using indexes and aggregators.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Close a three-day case file into a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Running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Three sequences in a single investigation chain.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600000"/>
                <a:gridCol w="49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Web layers, Tor, dark web investigation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Sensitive groups: dorking, pivoting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Crypto tracing, chokepoints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Capstone project &amp; monitor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The dark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Surface, deep, dark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deep web (the vast majority) is NOT the dark web.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listed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engines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public web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DEEP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not indexed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intranets, DBs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≠ dark web!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DARK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needs software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Tor, I2P, Freenet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anonymous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REMEMBER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The deep web = content that's not indexed but accessible. The dark web needs specific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Tor &amp; onion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Tor anonymises TRANSPORT.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Three relays (guard / middle / exit): none knows both origin AND destination.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Layered encryption (“onion”) at every hop.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Hidden .onion v3 services (56 characters): never exit in the clear.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Client and service meet at a rendezvous point, without revealing their IPs.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KEY 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Tor does not anonymise BEHAVIOUR. Deanonymisation comes from operational error, not a flaw in 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Investigating: discovery &amp;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dark web isn't a black hole: it leaks.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Compartmentalised access (VM, Tor, burner ID, archiving) — OPSEC reminder (Day 2).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Engines/directories: Ahmia (lawful .onion services); cross-check lists (clones/scams).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OnionScan: reveals configuration leaks in a hidden service.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Correlation: the same PGP key / avatar / payment ID links .onion and the clear web.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LEGAL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Viewing, test purchases, infiltration: strictly regulated. Confirm scope BEFORE any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Deanonymisation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Application leaks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server error → real IP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plaintext resources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headers, SSRF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Reuse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PGP, email, handle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shared wallet, clear/dark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Metadata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Product photo EXIF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GPS, serial 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The money bridge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crypto links the two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to regulated finance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Researching sensitive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Dorking: operator-driven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Turning a search into a precision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Narrow, target, filter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site:example.tld filetype:pdf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intitle:"index of" "term"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"exact phrase" -exclusion  AROUND(3)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Cross-check engines (different index &amp; bias)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Google · Bing · Yandex · Brave · Mojeek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Google Hacking Database (GHDB): exposure patterns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-&gt; DEFENSIVE use / authorised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MULTI-ENGINE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Yandex often performs better across the post-Soviet space and for facial recognition.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Pivoting: the core of advanced OSINT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Pivoting = starting from a known selector to uncover others, step by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Username: a reused handle links accounts (Sherlock, Maigret, WhatsMyName).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Email: accounts, leaks (HIBP), variations (Gmail dots, Gravatar) — holehe.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Phone: linking back to accounts (PhoneInfoga).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Domain/infra: historical WHOIS, DNS, TLS certificates (crt.sh, Censys), subdomains.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Analytics: the same UA-/G-/pub- ID across sites = a common operator.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Image: reverse image search + perceptual hash to link 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CLUE ≠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An identical handle is a CLUE, not proof of identity. Source and grade every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Sources &amp; databases for sensitive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Registers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OpenCorporates, Aleph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sanctions (OFAC, EU)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judicial registers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Social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follower network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posting metadata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archives (Wayback)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Leaks &amp; forums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corroboration value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never a sole source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legal caution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CTI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threat intel platforms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for cyber actors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Analysing a group: structure, roles,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From entity mapping (Day 1) to operational understanding.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Structure: leaders, recruiters, operators, sympathisers.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Channels: where they communicate, how they recruit.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Markers: vocabulary, symbols, memes, activity hours → likely timezone.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Goal: understand HOW the group operates, not just WHO.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Operational hygiene: tracking your own leaks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Even well-equipped, analysts leak countless details.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Metadata in files produced/downloaded (author, GPS, software) → exiftool.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Timezone &amp; language revealed by the browser and timing → fix to UTC.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Patterns: request rhythm, typos, phrasing → automate to smooth them out.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Payments (VPS, domain) → compartmentalise, use lawful means.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Regular self-OSINT: what does my persona reveal?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EXIFTOOL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exiftool -all= -overwrite_original file: strips metadata before publishing.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Tracing crypto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The myth of anonymity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Pseudonymity is not anonymity.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Bitcoin, Ethereum: PSEUDONYMOUS, not anonymous.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All transactions are PUBLIC and PERMANENT.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The challenge: linking an ADDRESS (pseudonymous) to a real ENTITY.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The public ledger is a major asset for the investigator.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INVERSION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What was meant to protect the actor — an immutable ledger — becomes the investigation's centrepiece.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Two ledger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model shapes the tracing heuristics.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UTXO (BITCOIN)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Inputs spent → outputs created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No 'account balance'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Wallet = a set of UTXOs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Change address (returned funds)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ACCOUNT (ETHEREUM)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Stateful accounts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Smart contracts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ERC-20 tokens, DeFi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Cross-chain bridges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Clustering heuristics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Linking multiple addresses to a single entity.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Common-input-ownership: co-spent inputs = likely the same entity (UTXO).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Change address: spotting returned funds via patterns (type, amount).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Address reuse, spending behaviour and timing.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Labelling: linking a cluster to a known entity (exchange, service).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PROBABILITY ≠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Heuristics produce probabilities. CoinJoin, PayJoin and disposable addresses deliberately degrade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Obfuscation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Mixers / CoinJoin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pool the funds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break traceability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look for leaks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Chain-hopping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asset conversion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via exchanges/DEX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Bridges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cross-chain flows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to trace from chain to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Privacy coins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Monero, shielded Zcash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→ push off-chain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Chokepoints: where pseudonymity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Pure crypto stays pseudonymous; identity emerges at the interface with the regulated world.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Exchanges with KYC: a deposit/withdrawal links a cluster to an identity (on request).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On/off-ramps, payment processors, hosted services.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Publicly labelled addresses (donations, ransoms, leaks, OFAC SDN).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Method: trace the flow to the chokepoint, then switch to the legal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Explorers (mempool.space, Etherscan), GraphSense (open-source clustering), OFAC lists.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CAPSTONE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An automated OSINT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Afternoon: 3h30 of project 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PROJECT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Project scoping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An end-to-end tool drawing on all five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Need: monitor selectors (domains, handles, addresses) and alert on any change.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Sources: API-first (crt.sh, mempool.space, Wayback CDX…).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Output: SQLite database + alerts (console / webhook).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Constraints: OPSEC (secrets outside code, pacing) + provenance (source/UTC/hash).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PROJECT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Monitor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Modular, idempotent, traceable.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monitor/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├── .env                # secrets (not versioned)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├── config.yaml         # selectors &amp; sources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├── collectors/         # one module per source (crtsh, chain, wayback)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├── core/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│   ├── normalize.py    # common schema (type, value, source, ts_utc, hash)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│   ├── store.py        # idempotent SQLite (INSERT OR IGNORE)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│   └── diff.py         # change detection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├── alert.py            # reporting / alerts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└── run.py              # fault-tolerant orchestrator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IDEMPOTENCE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Natural key = hash(type|value|source). Re-running creates no duplicate; only new items alert.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PROJECT — KEY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Collection + normalisation + idempotency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heart of the pipeline in a few 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Collector (crt.sh API): subdomains via TLS certificates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r = httpx.get(f"https://crt.sh/?q=%25.{domain}&amp;output=json", timeout=20)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Normalisation + provenance (natural key = hash)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raw = f"{type}|{value}|{source}"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id = hashlib.sha256(raw.encode()).hexdigest()[:16]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Idempotent storage: only new items come back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 = db.execute("INSERT OR IGNORE INTO obs VALUES(?,?,?,?,?)", row)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if cur.rowcount: new.append(row)   # rowcount=1 =&gt; NEW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SECRETS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Load keys from .env (python-dotenv). NEVER commit .env.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PROJECT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Deliverables &amp;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 demonstrable, documented and reproducible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Working code: collect → normalise → store → diff → alert.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config.yaml of monitored selectors.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README: architecture, sources, execution, OPSEC choices.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Demonstration: 2 runs, the 2nd detects something new.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Cron scheduling: 0 */6 * * * python run.py &gt;&gt; monitor.log 2&gt;&amp;1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5803D"/>
                </a:solidFill>
                <a:latin typeface="Arial"/>
              </a:rPr>
              <a:t>BONUS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Push the observations into a graph (Day 1) for automatic pivoting.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Key takeaways from the three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End-of-course quiz to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Surface ≠ deep ≠ dark; Tor anonymises transport, not behaviour.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Deanonymisation comes from operational error, not a flaw in Tor.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Public blockchains = pseudonymous: tracing = linking address to entity.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Clustering produces probabilities; pseudonymity breaks at chokepoints.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OPSEC discipline protects the investigator throughout every phase.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Corroborated sources, provenance and a clear report close the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5803D"/>
                </a:solidFill>
                <a:latin typeface="Arial"/>
              </a:rPr>
              <a:t>FINAL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Three days complete: sourcing, OPSEC &amp; corroborated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